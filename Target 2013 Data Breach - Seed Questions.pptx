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Slab"/>
      <p:regular r:id="rId11"/>
      <p:bold r:id="rId12"/>
    </p:embeddedFon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Slab-regular.fntdata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font" Target="fonts/RobotoSlab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b860a8910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b860a8910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b872eec07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b872eec07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b872eec07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b872eec07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13ef815c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13ef815c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Data Breach - Seed Questions	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Hanniel Holness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/>
              <a:t>Question #1: </a:t>
            </a:r>
            <a:r>
              <a:rPr lang="en" sz="2050"/>
              <a:t>What are some steps you think it would be useful for a company like Target to follow in order to reduce their third-party risks?</a:t>
            </a:r>
            <a:endParaRPr sz="2050"/>
          </a:p>
        </p:txBody>
      </p:sp>
      <p:sp>
        <p:nvSpPr>
          <p:cNvPr id="70" name="Google Shape;70;p14"/>
          <p:cNvSpPr txBox="1"/>
          <p:nvPr/>
        </p:nvSpPr>
        <p:spPr>
          <a:xfrm>
            <a:off x="101050" y="1404625"/>
            <a:ext cx="8655000" cy="3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Roboto Slab"/>
              <a:buChar char="●"/>
            </a:pPr>
            <a:r>
              <a:rPr lang="en" sz="145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Limit the quantity of publicly available information about third party vendors</a:t>
            </a:r>
            <a:endParaRPr sz="145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Roboto Slab"/>
              <a:buChar char="○"/>
            </a:pPr>
            <a:r>
              <a:rPr lang="en" sz="145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In the 2013 breach, the list of vendors/supplier portal was found via a Google search</a:t>
            </a:r>
            <a:endParaRPr sz="145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Roboto Slab"/>
              <a:buChar char="●"/>
            </a:pPr>
            <a:r>
              <a:rPr lang="en" sz="145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Enforce security standards for third-party vendors</a:t>
            </a:r>
            <a:endParaRPr sz="145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Roboto Slab"/>
              <a:buChar char="○"/>
            </a:pPr>
            <a:r>
              <a:rPr lang="en" sz="145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Should include two-factor authentication</a:t>
            </a:r>
            <a:endParaRPr sz="145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Roboto Slab"/>
              <a:buChar char="○"/>
            </a:pPr>
            <a:r>
              <a:rPr lang="en" sz="145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Enforce use of trustworthy </a:t>
            </a:r>
            <a:r>
              <a:rPr lang="en" sz="145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antivirus</a:t>
            </a:r>
            <a:r>
              <a:rPr lang="en" sz="145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 software for third-party suppliers (i.e., not free Malwarebytes)</a:t>
            </a:r>
            <a:endParaRPr sz="145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Roboto Slab"/>
              <a:buChar char="●"/>
            </a:pPr>
            <a:r>
              <a:rPr lang="en" sz="145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Limit third-party suppliers’ access to </a:t>
            </a:r>
            <a:r>
              <a:rPr lang="en" sz="145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internal</a:t>
            </a:r>
            <a:r>
              <a:rPr lang="en" sz="145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 networks</a:t>
            </a:r>
            <a:endParaRPr sz="145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77800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/>
              <a:t>Question #2: </a:t>
            </a:r>
            <a:r>
              <a:rPr lang="en" sz="2050"/>
              <a:t>What are the top 5 criteria by which you would measure a third party’s security posture before deciding to onboard them into your company’s network?</a:t>
            </a:r>
            <a:endParaRPr sz="2050"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489825"/>
            <a:ext cx="8368200" cy="34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AutoNum type="arabicPeriod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Security policies - what policies do you have in place to secure their networks/machines? And how are they followed </a:t>
            </a: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through</a:t>
            </a: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 by the company?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AutoNum type="arabicPeriod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Awareness training standards - how do you train your employees to protect company information? Do you use any particular training programs?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AutoNum type="arabicPeriod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Security software - what security software do you use, and what version/plan for it? If asked, how would you upgrade/include new security software if you became a vendor?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AutoNum type="arabicPeriod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Incident response - have you ever had a security breach? If so, how did you respond to it? What are your MTTD, MTTA, and MTTR stats for your incident response team?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AutoNum type="arabicPeriod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Security analysis - how do you </a:t>
            </a: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detect security incidents at your company? What’s your False-Positive Rate, and how many security incidents do you detect on your systems?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38450" y="596500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/>
              <a:t>Question #3:  What are some best practices a company like Target should follow to make the hacker’s life harder when attempting to perform lateral movement within an internal network?</a:t>
            </a:r>
            <a:r>
              <a:rPr lang="en" sz="2250"/>
              <a:t> </a:t>
            </a:r>
            <a:endParaRPr sz="2250"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87900" y="1489825"/>
            <a:ext cx="8563800" cy="36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Char char="●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Limit the </a:t>
            </a: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information</a:t>
            </a: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 attackers can get when the break into a server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1" marL="9144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Char char="○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Encrypting </a:t>
            </a: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sensitive</a:t>
            </a: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 information such as passwords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Char char="●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Segmenting machines/servers to prevent attackers from easily attacking them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Char char="●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Using and IPS/EDR to ensure that no files with malicious payloads are installed onto machines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Char char="●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Storing PPI on higher-</a:t>
            </a: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privilege</a:t>
            </a: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 servers/machines and </a:t>
            </a: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restricting</a:t>
            </a: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availability</a:t>
            </a: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 of those servers to higher-ups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Citations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Slab"/>
                <a:ea typeface="Roboto Slab"/>
                <a:cs typeface="Roboto Slab"/>
                <a:sym typeface="Roboto Slab"/>
              </a:rPr>
              <a:t>National Institute of Standards and Technology (NIST). (2017). NIST Special Publication 800-37 (Version 1). csrc.nist.gov. Retrieved February 13, 2024, from https://nvlpubs.nist.gov/nistpubs/SpecialPublications/NIST.SP.800-37r1.pdf 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