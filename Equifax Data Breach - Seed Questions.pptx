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860a8910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860a8910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872eec07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872eec07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872eec07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872eec07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872eec07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b872eec07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versight.house.gov/wp-content/uploads/2018/12/Equifax-Report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Equifax Data Breach - Seed Questions	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Hanniel Holness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/>
              <a:t>Question #1: What were the primary reasons Equifax failed at detecting and responding to the </a:t>
            </a:r>
            <a:r>
              <a:rPr lang="en" sz="2250"/>
              <a:t>incident</a:t>
            </a:r>
            <a:r>
              <a:rPr lang="en" sz="2250"/>
              <a:t>?</a:t>
            </a:r>
            <a:endParaRPr sz="2250"/>
          </a:p>
        </p:txBody>
      </p:sp>
      <p:sp>
        <p:nvSpPr>
          <p:cNvPr id="70" name="Google Shape;70;p14"/>
          <p:cNvSpPr txBox="1"/>
          <p:nvPr/>
        </p:nvSpPr>
        <p:spPr>
          <a:xfrm>
            <a:off x="4621450" y="1404625"/>
            <a:ext cx="43599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Roboto Slab"/>
                <a:ea typeface="Roboto Slab"/>
                <a:cs typeface="Roboto Slab"/>
                <a:sym typeface="Roboto Slab"/>
              </a:rPr>
              <a:t>Reason #2: Poorly updated systems</a:t>
            </a:r>
            <a:endParaRPr b="1" sz="1600">
              <a:solidFill>
                <a:schemeClr val="accent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 Slab"/>
              <a:buChar char="●"/>
            </a:pP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At the time of the breach, Equifax operated an SSL certificate that had been expired for </a:t>
            </a:r>
            <a:r>
              <a:rPr b="1" lang="en" sz="1350" u="sng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19 months</a:t>
            </a:r>
            <a:endParaRPr b="1" sz="1350" u="sng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 Slab"/>
              <a:buChar char="○"/>
            </a:pP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IDS and IPS systems were dependent on the expired SSL certificate</a:t>
            </a:r>
            <a:endParaRPr sz="13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 Slab"/>
              <a:buChar char="○"/>
            </a:pP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Malicious traffic wasn’t logged to being logged to IDS/IPS systems as a result</a:t>
            </a:r>
            <a:endParaRPr sz="13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 Slab"/>
              <a:buChar char="○"/>
            </a:pP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Prolonged the time hackers were in the system</a:t>
            </a:r>
            <a:endParaRPr sz="13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 Slab"/>
              <a:buChar char="●"/>
            </a:pP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ACIS (used by Equifax for logging credit disputes) was developed in the 1970s and needed updating; platform found vulnerable to SQL injections</a:t>
            </a:r>
            <a:endParaRPr sz="13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01050" y="1404625"/>
            <a:ext cx="45204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Roboto Slab"/>
                <a:ea typeface="Roboto Slab"/>
                <a:cs typeface="Roboto Slab"/>
                <a:sym typeface="Roboto Slab"/>
              </a:rPr>
              <a:t>Reason #1: Poor follow up actions</a:t>
            </a:r>
            <a:endParaRPr b="1" sz="1600">
              <a:solidFill>
                <a:schemeClr val="accent6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 Slab"/>
              <a:buChar char="●"/>
            </a:pP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On March 9, 2017, Equifax's Global Threat &amp; Vulnerability Management (GTVM) team notified the responsible (presumably senior personnel) to patch the Apache Struts vulnerability within 48 hours.</a:t>
            </a:r>
            <a:endParaRPr sz="13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 Slab"/>
              <a:buChar char="●"/>
            </a:pP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Recipient</a:t>
            </a: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list for GTVM </a:t>
            </a: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email</a:t>
            </a: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was out of date</a:t>
            </a:r>
            <a:endParaRPr sz="13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 Slab"/>
              <a:buChar char="●"/>
            </a:pP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Scans ran on March 15, 2017, on an incorrect directory.</a:t>
            </a:r>
            <a:endParaRPr sz="13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oboto Slab"/>
              <a:buChar char="○"/>
            </a:pP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Not the correct action for the patch; Apache Struts recommended to </a:t>
            </a:r>
            <a:r>
              <a:rPr b="1" lang="en" sz="1350" u="sng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update systems</a:t>
            </a:r>
            <a:r>
              <a:rPr lang="en" sz="135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 to versions that contain vulnerability patches</a:t>
            </a:r>
            <a:endParaRPr sz="135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778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Question #2: What best practices weren’t followed by Equifax that could have prevented this incident from happening?</a:t>
            </a:r>
            <a:endParaRPr sz="250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87900" y="1489825"/>
            <a:ext cx="8368200" cy="3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S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egmenting servers 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Poor segmentation allowed attackers to escalate laterally and gain access to personal information outside the Apache Struts server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Keeping software (e.g., the SSL certificate) properly updated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Likely due to lack of awareness about the outdated SSL certificate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Equifax could use a centralized system and/or common controls that would highlight out-of-date software and suggest updates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Limiting access to sensitive login credentials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Storing sensitive login information on relevant servers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Password protecting the sensitive files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Encrypting the sensitive files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Attackers were able to discover unencrypted credentials after mounting a file share 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38450" y="5965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/>
              <a:t>Question #3: On a tactical level, how would you prioritize the work required to address the identified gaps in processes and systems?</a:t>
            </a:r>
            <a:endParaRPr sz="225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87900" y="1489825"/>
            <a:ext cx="8563800" cy="3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Build up a chart/to-do list that includes system vulnerabilities to patch, tasks for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information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system reorganization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Organize vulnerabilities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baked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on how easy they are to exploit and how likely they are to be exploited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1" marL="9144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○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Vulnerabilities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are then patched from most critical to least critical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Reorganize the system by establishing common, hybrid, and specialized information system controls as per NIST SP 800-37, and establishing a centralized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database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tool/portal that senior security staff can view and use to act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Creating a “security constitution” that details best practices, how the centralized 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database</a:t>
            </a: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 is organized, and corporate policies regarding sensitive information 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Encrypt any personal information stored in servers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Font typeface="Roboto Slab"/>
              <a:buChar char="●"/>
            </a:pPr>
            <a:r>
              <a:rPr lang="en" sz="1450">
                <a:latin typeface="Roboto Slab"/>
                <a:ea typeface="Roboto Slab"/>
                <a:cs typeface="Roboto Slab"/>
                <a:sym typeface="Roboto Slab"/>
              </a:rPr>
              <a:t>Clear communication standards regarding vulnerabilities and patches</a:t>
            </a:r>
            <a:endParaRPr sz="145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0" y="1483900"/>
            <a:ext cx="9144000" cy="36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Slab"/>
                <a:ea typeface="Roboto Slab"/>
                <a:cs typeface="Roboto Slab"/>
                <a:sym typeface="Roboto Slab"/>
              </a:rPr>
              <a:t>National Institute of Standards and Technology (NIST). (2017). NIST Special Publication 800-37 (Version 1). csrc.nist.gov. Retrieved February 13, 2024, from https://nvlpubs.nist.gov/nistpubs/SpecialPublications/NIST.SP.800-37r1.pdf 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Roboto Slab"/>
                <a:ea typeface="Roboto Slab"/>
                <a:cs typeface="Roboto Slab"/>
                <a:sym typeface="Roboto Slab"/>
              </a:rPr>
              <a:t>U.S. Government Accountability Office (GAO). (2018, August 30). GAO-18-559, DATA PROTECTION: Actions Taken by Equifax and Federal Agencies in Response to the 2017 Breach. gao.gov. Retrieved February 13, 2024, from https://www.gao.gov/assets/gao-18-559.pdf 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Roboto Slab"/>
                <a:ea typeface="Roboto Slab"/>
                <a:cs typeface="Roboto Slab"/>
                <a:sym typeface="Roboto Slab"/>
              </a:rPr>
              <a:t>U.S. House of Representatives Committee on Oversight and Government Reform. (2018, December). The Equifax Data Breach: Majority Staff Report: 115th Congress. Retrieved February 13, 2024, from </a:t>
            </a:r>
            <a:r>
              <a:rPr lang="en" sz="16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https://oversight.house.gov/wp-content/uploads/2018/12/Equifax-Report.pdf</a:t>
            </a:r>
            <a:endParaRPr sz="16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